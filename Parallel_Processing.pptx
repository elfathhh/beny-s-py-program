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Anggota Kelompok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Nama 1</a:t>
            </a:r>
          </a:p>
          <a:p>
            <a:r>
              <a:t>Nama 2</a:t>
            </a:r>
          </a:p>
          <a:p>
            <a:r>
              <a:t>Nama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Pengertian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 processing adalah metode komputasi di mana beberapa proses dijalankan secara bersamaan.</a:t>
            </a:r>
          </a:p>
          <a:p>
            <a:r>
              <a:t>Berbeda dengan sequential processing yang menjalankan tugas satu per satu.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Kebutuhan komputasi terus meningkat, terutama untuk data besar.</a:t>
            </a:r>
          </a:p>
          <a:p>
            <a:r>
              <a:t>Single processor memiliki keterbatasan, sehingga dibutuhkan solusi berupa parallel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Konsep Dasar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decomposition: membagi tugas besar menjadi bagian kecil.</a:t>
            </a:r>
          </a:p>
          <a:p>
            <a:r>
              <a:t>Data &amp; task parallelism: cara membagi pekerjaan.</a:t>
            </a:r>
          </a:p>
          <a:p>
            <a:r>
              <a:t>Task parallelism</a:t>
            </a:r>
          </a:p>
          <a:p>
            <a:r>
              <a:t>Sinkronisasi diperlukan agar proses tetap terkoordinasi.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Parallel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SISD: satu instruksi satu data.</a:t>
            </a:r>
          </a:p>
          <a:p>
            <a:r>
              <a:t>SIMD: satu instruksi banyak data.</a:t>
            </a:r>
          </a:p>
          <a:p>
            <a:r>
              <a:t>MISD: banyak instruksi satu data.</a:t>
            </a:r>
          </a:p>
          <a:p>
            <a:r>
              <a:t>MIMD: banyak instruksi banyak data (paling umum digunakan).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Jenis Parallel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Bit-level: operasi pada bit dilakukan bersamaan.</a:t>
            </a:r>
          </a:p>
          <a:p>
            <a:r>
              <a:t>Instruction-level: eksekusi beberapa instruksi sekaligus.</a:t>
            </a:r>
          </a:p>
          <a:p>
            <a:r>
              <a:t>Data &amp; task parallelism: pembagian data atau tugas.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 Kerja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Membagi tugas menjadi beberapa bagian kecil</a:t>
            </a:r>
          </a:p>
          <a:p>
            <a:r>
              <a:t>Diproses oleh beberapa processor</a:t>
            </a:r>
          </a:p>
          <a:p>
            <a:r>
              <a:t>Hasil digabungkan kembali menjadi output akhir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Implementasi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Multi-core CPU: banyak inti dalam satu processor.</a:t>
            </a:r>
          </a:p>
          <a:p>
            <a:r>
              <a:t>GPU: memproses banyak data sekaligus.</a:t>
            </a:r>
          </a:p>
          <a:p>
            <a:r>
              <a:t>Cluster &amp; cloud: menggabungkan banyak komputer.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Kelebihan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Mempercepat proses komputasi.</a:t>
            </a:r>
          </a:p>
          <a:p>
            <a:r>
              <a:t>Lebih efisien dalam penggunaan waktu.</a:t>
            </a:r>
          </a:p>
          <a:p>
            <a:r>
              <a:t>Mudah dikembangkan (scalable).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Kekurangan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Lebih kompleks untuk dibuat dan diprogram.</a:t>
            </a:r>
          </a:p>
          <a:p>
            <a:r>
              <a:t>Biaya perangkat lebih tinggi.</a:t>
            </a:r>
          </a:p>
          <a:p>
            <a:r>
              <a:t>Sulit dalam sinkronisasi dan debugging.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Kasus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untuk training model.</a:t>
            </a:r>
          </a:p>
          <a:p>
            <a:r>
              <a:t>Simulasi ilmiah dan pengolahan big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Teknologi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OpenMP &amp; MPI: untuk pemrograman paralel.</a:t>
            </a:r>
          </a:p>
          <a:p>
            <a:r>
              <a:t>CUDA: untuk GPU computing.</a:t>
            </a:r>
          </a:p>
          <a:p>
            <a:r>
              <a:t>Hadoop &amp; Spark: untuk big data processing.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 processing sangat penting di era modern.</a:t>
            </a:r>
          </a:p>
          <a:p>
            <a:r>
              <a:t>Memberikan peningkatan performa yang signifikan.Namun membutuhkan pengelolaan yang baik.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Terima</a:t>
            </a:r>
            <a:r>
              <a:rPr dirty="0"/>
              <a:t> Kasih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Terima</a:t>
            </a:r>
            <a:r>
              <a:rPr dirty="0"/>
              <a:t> </a:t>
            </a:r>
            <a:r>
              <a:rPr dirty="0" err="1"/>
              <a:t>kasih</a:t>
            </a:r>
            <a:r>
              <a:rPr dirty="0"/>
              <a:t> </a:t>
            </a:r>
            <a:r>
              <a:rPr dirty="0" err="1"/>
              <a:t>udh</a:t>
            </a:r>
            <a:r>
              <a:rPr dirty="0"/>
              <a:t> </a:t>
            </a:r>
            <a:r>
              <a:rPr dirty="0" err="1"/>
              <a:t>dengerin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ngebac</a:t>
            </a:r>
            <a:r>
              <a:rPr dirty="0"/>
              <a:t>*t!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Silakan bertanya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</Words>
  <Application>Microsoft Office PowerPoint</Application>
  <PresentationFormat>On-screen Show (4:3)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Parallel Processing</vt:lpstr>
      <vt:lpstr>Anggota Kelompok</vt:lpstr>
      <vt:lpstr>Pengertian</vt:lpstr>
      <vt:lpstr>Latar Belakang</vt:lpstr>
      <vt:lpstr>Konsep Dasar</vt:lpstr>
      <vt:lpstr>Arsitektur Parallel Processing</vt:lpstr>
      <vt:lpstr>Jenis Parallel Processing</vt:lpstr>
      <vt:lpstr>Cara Kerja</vt:lpstr>
      <vt:lpstr>Contoh Implementasi</vt:lpstr>
      <vt:lpstr>Kelebihan</vt:lpstr>
      <vt:lpstr>Kekurangan</vt:lpstr>
      <vt:lpstr>Contoh Kasus</vt:lpstr>
      <vt:lpstr>Tools &amp; Teknologi</vt:lpstr>
      <vt:lpstr>Kesimpulan</vt:lpstr>
      <vt:lpstr>Terima Kasih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ACER 3A314</cp:lastModifiedBy>
  <cp:revision>2</cp:revision>
  <dcterms:created xsi:type="dcterms:W3CDTF">2013-01-27T09:14:16Z</dcterms:created>
  <dcterms:modified xsi:type="dcterms:W3CDTF">2026-05-06T12:06:01Z</dcterms:modified>
  <cp:category/>
</cp:coreProperties>
</file>